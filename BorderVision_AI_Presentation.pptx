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46304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2D55"/>
                </a:solidFill>
              </a:defRPr>
            </a:pPr>
            <a:r>
              <a:t>🛡️ NEXT-GEN PERIMETER DEFENSE &amp;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8869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7FA"/>
                </a:solidFill>
              </a:defRPr>
            </a:pPr>
            <a:r>
              <a:t>BorderVision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69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8BDF8"/>
                </a:solidFill>
              </a:defRPr>
            </a:pPr>
            <a:r>
              <a:t>AI-Powered Border Surveillance &amp; Real-Time Video Analytics Platform Tailored for Legacy CCTV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389120"/>
            <a:ext cx="8869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Tech Stack: YOLOv8 | ByteTrack | FastAPI WebSockets | Next.js 14 | Leaflet GIS |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The Challenge: Gaps in Perimeter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2D55"/>
                </a:solidFill>
              </a:defRPr>
            </a:pPr>
            <a:r>
              <a:t>1. Legacy Infrastructure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Existing CCTV cameras lack built-in intelligence.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High upgrade costs to replace thousands of deployed analog and IP cameras.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Poor image quality in low-light, fog, and night-vision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291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2D55"/>
                </a:solidFill>
              </a:defRPr>
            </a:pPr>
            <a:r>
              <a:t>2. False Alarms &amp; Fatigue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Traditional motion sensors trigger on wind, rain, trees, and wildlife.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Security operators suffer from alarm fatigue and miss critical breaches.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Inability to filter human threats from harmless animal movement.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291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2D55"/>
                </a:solidFill>
              </a:defRPr>
            </a:pPr>
            <a:r>
              <a:t>3. Lack of Geospatial Context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Video feeds operate in silos without live GIS mapping.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Operators struggle to locate exactly where an intrusion is happening on a map.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Slow response time from breach detection to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The Solution: Automated AI Video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AI Threat Classification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Real-time YOLOv8 object detection categorizes targets into Human, Vehicle, and Wildlife.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Suppresses false alarms automatically by filtering non-threatening wildlife movement.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Persistent ByteTrack multi-target tracking across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Virtual Geofencing &amp; Tripwires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Interactive HTML5 canvas allows operators to draw custom Red Zones and Tripwires.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Mathematical cross-product CCW and Ray-Casting point-in-polygon algorithms.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Instant alerts triggered only upon true boundary crossings.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Tactical GIS Situational Awareness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Live Leaflet map with high-res Satellite Imagery and Dark Tactical vector modes.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Dynamic Field-of-View (FOV) cones that pulse red during active security breaches.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One-click GPS location detection for outpost cameras.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Modular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(Next.js 14 + Tailwind CSS)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Next.js App Router with TypeScript &amp; Tailwind CSS.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HTML5 Canvas Overlay for real-time polygon &amp; tripwire drawing.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React-Leaflet GIS Map with high-res Satellite &amp; Tactical Dark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Backend (Python FastAPI + WebSockets)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Asynchronous FastAPI server with binary &amp; text WebSocket channels.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High-speed JPEG frame streaming + real-time incident broadcast.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SQLite / PostgreSQL with async SQLAlchemy ORM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07040" cy="219456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06070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Core Vision Pipeline (Ultralytics YOLOv8 + ByteTrack + OpenCV)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Stream Ingestion: Supports RTSP IP cameras, USB/Laptop webcams, MP4 video files, or Synthetic simulator.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Low-Light CLAHE: Contrast Limited Adaptive Histogram Equalization filter toggle for night feeds.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Inference Engine: YOLOv8n with optimized imgsz=384 for ~15ms CPU inference and 25-30 FPS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Computer Vision &amp; Mathematical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2D55"/>
                </a:solidFill>
              </a:defRPr>
            </a:pPr>
            <a:r>
              <a:t>⚡ Tripwire Line-Crossing (CCW Algorithm)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Line segment intersection is computed via 2D vector cross-products.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Tests orientation between previous object centroid (A, B) and drawn tripwire (C, D):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  CCW(A, B, C) != CCW(A, B, D) and CCW(C, D, A) != CCW(C, D, B)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Zero false triggers from stationary targets near the line.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Calculates exact direction of movement across the perimeter.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🔷 Red Zone Polygon (Ray-Casting Algorithm)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Tests whether target centroid lies inside a multi-point polygon zone.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Casts a horizontal ray from point (px, py) to infinity and counts edge intersections.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Odd number of intersections = Target is INSIDE zone (Breach).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Even number of intersections = Target is OUTSIDE zone.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Supports complex convex and concave multi-vertex security perimeters.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SITUATIONAL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Tactical GIS Map &amp; Outpost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High-Res Satellite Mapping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Integrated Esri World Imagery providing crystal-clear satellite terrain view.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Zero API key requirements and no watermarks.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One-click toggle between Satellite &amp; Tactical Dark vector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2918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2D55"/>
                </a:solidFill>
              </a:defRPr>
            </a:pPr>
            <a:r>
              <a:t>Dynamic FOV Cones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Calculates exact visual cone geometry based on camera bearing and field-of-view angle.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Normal state: Blue translucent radar cone.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Breach state: Cone pulses bright RED with animated perimeter 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2918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One-Click Station GPS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Built-in browser GPS &amp; IP geolocation detection.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Instantly positions camera posts to actual real-world coordinates.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Synchronizes location with backend database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OPERATIONS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Incident Response &amp; Audit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2D55"/>
                </a:solidFill>
              </a:defRPr>
            </a:pPr>
            <a:r>
              <a:t>🚨 Real-Time Incident Ticker &amp; Sirens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WebSocket live event feed categorizing breaches as Critical, High, or Warning.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WebAudio API generates dynamic audio siren alarm on Critical intrusions.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Built-in operator 'Acknowledge' workflow to log active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📸 Forensic Snapshot Viewer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Automatic snapshot capture of the exact frame at the moment of breach.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High-resolution image viewer with embedded timestamp, track ID, and zone data.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Provides indisputable evidentiary visual records for investigations.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07040" cy="219456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06070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📊 Searchable Event Audit Logs &amp; CSV Export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Comprehensive database query interface with filters for date range, camera ID, severity, and acknowledgment status.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One-click CSV Export functionality for legal reporting, shift handovers, and compliance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SYSTEM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Performance Benchmarks &amp; Optimizations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Inference Speed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Resolution: imgsz=384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CPU Latency: ~12-18ms / frame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Throughput: 25-30 FPS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YOLOv8-nano model footprint: ~6.2 MB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Zero GPU dependency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Tracking Accuracy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Multi-Target Tracking: ByteTrack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Matching Algorithm: Hungarian with C++ lap solver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False Alarm Suppression: &gt;95% reduction via class filtering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Accurate Unique Target counter.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Network &amp; Streaming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Protocol: Full-duplex WebSockets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Compression: Turbo-JPEG Quality 75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Bandwidth: ~300-500 KB/s per feed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Ultra-low latency: &lt;100ms glass-to-glass delay.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2D55"/>
                </a:solidFill>
              </a:defRPr>
            </a:pPr>
            <a:r>
              <a:t>SCALE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</a:defRPr>
            </a:pPr>
            <a:r>
              <a:t>Deployment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Phase 1: Present (Delivered)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Full-stack platform operational.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Real-time webcam &amp; CCTV simulator.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Interactive Canvas geofencing &amp; tripwires.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Tactical GIS Leaflet map with FOV cones.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One-click Windows &amp; Linux launcher 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Phase 2: Scale &amp; Edge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Docker containerization for multi-camera edge nodes (NVIDIA Jetson / Intel NUC).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PostgreSQL + Redis pub/sub cluster for 50+ concurrent CCTV streams.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ONVIF Auto-Discovery for automatic IP camera detection on local subnets.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55448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Phase 3: Advanced AI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Facial recognition &amp; ALPR (License Plate Recognition) integration.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Thermal / Infrared drone video stream integration.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</a:defRPr>
            </a:pPr>
            <a:r>
              <a:t>• PTZ (Pan-Tilt-Zoom) auto-tracking of detected intruders.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5313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F5F7FA"/>
                </a:solidFill>
              </a:defRPr>
            </a:pPr>
            <a:r>
              <a:t>Summary: Why BorderVision AI?</a:t>
            </a:r>
          </a:p>
          <a:p>
            <a:pPr>
              <a:spcAft>
                <a:spcPts val="1200"/>
              </a:spcAft>
              <a:defRPr sz="1500">
                <a:solidFill>
                  <a:srgbClr val="38BDF8"/>
                </a:solidFill>
              </a:defRPr>
            </a:pPr>
            <a:r>
              <a:t>✔ Modernizes Legacy CCTV: Upgrades existing surveillance cameras without costly hardware replacements.</a:t>
            </a:r>
          </a:p>
          <a:p>
            <a:pPr>
              <a:spcAft>
                <a:spcPts val="1200"/>
              </a:spcAft>
              <a:defRPr sz="1500">
                <a:solidFill>
                  <a:srgbClr val="38BDF8"/>
                </a:solidFill>
              </a:defRPr>
            </a:pPr>
            <a:r>
              <a:t>✔ Zero False Alarms: Human vs. Vehicle vs. Wildlife separation eliminates operator alarm fatigue.</a:t>
            </a:r>
          </a:p>
          <a:p>
            <a:pPr>
              <a:spcAft>
                <a:spcPts val="1200"/>
              </a:spcAft>
              <a:defRPr sz="1500">
                <a:solidFill>
                  <a:srgbClr val="38BDF8"/>
                </a:solidFill>
              </a:defRPr>
            </a:pPr>
            <a:r>
              <a:t>✔ High-Precision Geofencing: Interactive canvas with mathematical CCW and Point-in-Polygon validation.</a:t>
            </a:r>
          </a:p>
          <a:p>
            <a:pPr>
              <a:spcAft>
                <a:spcPts val="1200"/>
              </a:spcAft>
              <a:defRPr sz="1500">
                <a:solidFill>
                  <a:srgbClr val="38BDF8"/>
                </a:solidFill>
              </a:defRPr>
            </a:pPr>
            <a:r>
              <a:t>✔ Complete Situational Awareness: Tactical GIS map with live pulsing Field-of-View cones.</a:t>
            </a:r>
          </a:p>
          <a:p>
            <a:pPr>
              <a:spcAft>
                <a:spcPts val="1200"/>
              </a:spcAft>
              <a:defRPr sz="1500">
                <a:solidFill>
                  <a:srgbClr val="38BDF8"/>
                </a:solidFill>
              </a:defRPr>
            </a:pPr>
            <a:r>
              <a:t>✔ Production-Ready &amp; High Performance: Runs on standard CPU with ~15ms inference latency and &lt;100ms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